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56effe9fd64f31" /><Relationship Type="http://schemas.openxmlformats.org/officeDocument/2006/relationships/extended-properties" Target="/docProps/app.xml" Id="Rc037927f686e45bc" /><Relationship Type="http://schemas.openxmlformats.org/officeDocument/2006/relationships/officeDocument" Target="/ppt/presentation.xml" Id="R1ee790a0626648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16ffee64724d45"/>
  </p:sldMasterIdLst>
  <p:notesMasterIdLst>
    <p:notesMasterId xmlns:r="http://schemas.openxmlformats.org/officeDocument/2006/relationships" r:id="R9f5cef2ff7364e2c"/>
  </p:notesMasterIdLst>
  <p:sldIdLst>
    <p:sldId xmlns:r="http://schemas.openxmlformats.org/officeDocument/2006/relationships" id="256" r:id="R802133f0783d4425"/>
    <p:sldId xmlns:r="http://schemas.openxmlformats.org/officeDocument/2006/relationships" id="257" r:id="R71651c59c18343a5"/>
    <p:sldId xmlns:r="http://schemas.openxmlformats.org/officeDocument/2006/relationships" id="258" r:id="Rb1fb5f1b6ac84341"/>
    <p:sldId xmlns:r="http://schemas.openxmlformats.org/officeDocument/2006/relationships" id="259" r:id="R80a4483cfe874360"/>
    <p:sldId xmlns:r="http://schemas.openxmlformats.org/officeDocument/2006/relationships" id="260" r:id="Rfc91a74e9f2349b5"/>
    <p:sldId xmlns:r="http://schemas.openxmlformats.org/officeDocument/2006/relationships" id="261" r:id="R94acb8a37a274328"/>
    <p:sldId xmlns:r="http://schemas.openxmlformats.org/officeDocument/2006/relationships" id="262" r:id="R06b741175eca471e"/>
    <p:sldId xmlns:r="http://schemas.openxmlformats.org/officeDocument/2006/relationships" id="263" r:id="R6742e14ff05744ab"/>
    <p:sldId xmlns:r="http://schemas.openxmlformats.org/officeDocument/2006/relationships" id="264" r:id="R9cefa365ddc74aeb"/>
    <p:sldId xmlns:r="http://schemas.openxmlformats.org/officeDocument/2006/relationships" id="265" r:id="Ra00e3c4268fd48ff"/>
    <p:sldId xmlns:r="http://schemas.openxmlformats.org/officeDocument/2006/relationships" id="266" r:id="R5d7489bd656d41f3"/>
    <p:sldId xmlns:r="http://schemas.openxmlformats.org/officeDocument/2006/relationships" id="267" r:id="R39fd5b381a314d30"/>
    <p:sldId xmlns:r="http://schemas.openxmlformats.org/officeDocument/2006/relationships" id="268" r:id="Rfd31ab0ccf354a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61060376ae493a" /><Relationship Type="http://schemas.openxmlformats.org/officeDocument/2006/relationships/slideMaster" Target="/ppt/slideMasters/slideMaster1.xml" Id="R6f16ffee64724d45" /><Relationship Type="http://schemas.openxmlformats.org/officeDocument/2006/relationships/notesMaster" Target="/ppt/notesMasters/notesMaster1.xml" Id="R9f5cef2ff7364e2c" /><Relationship Type="http://schemas.openxmlformats.org/officeDocument/2006/relationships/presProps" Target="/ppt/presProps.xml" Id="R877a49790c4746d9" /><Relationship Type="http://schemas.openxmlformats.org/officeDocument/2006/relationships/tableStyles" Target="/ppt/tableStyles.xml" Id="Rb28c3022696f49da" /><Relationship Type="http://schemas.openxmlformats.org/officeDocument/2006/relationships/slide" Target="/ppt/slides/slide1.xml" Id="R802133f0783d4425" /><Relationship Type="http://schemas.openxmlformats.org/officeDocument/2006/relationships/slide" Target="/ppt/slides/slide2.xml" Id="R71651c59c18343a5" /><Relationship Type="http://schemas.openxmlformats.org/officeDocument/2006/relationships/slide" Target="/ppt/slides/slide3.xml" Id="Rb1fb5f1b6ac84341" /><Relationship Type="http://schemas.openxmlformats.org/officeDocument/2006/relationships/slide" Target="/ppt/slides/slide4.xml" Id="R80a4483cfe874360" /><Relationship Type="http://schemas.openxmlformats.org/officeDocument/2006/relationships/slide" Target="/ppt/slides/slide5.xml" Id="Rfc91a74e9f2349b5" /><Relationship Type="http://schemas.openxmlformats.org/officeDocument/2006/relationships/slide" Target="/ppt/slides/slide6.xml" Id="R94acb8a37a274328" /><Relationship Type="http://schemas.openxmlformats.org/officeDocument/2006/relationships/slide" Target="/ppt/slides/slide7.xml" Id="R06b741175eca471e" /><Relationship Type="http://schemas.openxmlformats.org/officeDocument/2006/relationships/slide" Target="/ppt/slides/slide8.xml" Id="R6742e14ff05744ab" /><Relationship Type="http://schemas.openxmlformats.org/officeDocument/2006/relationships/slide" Target="/ppt/slides/slide9.xml" Id="R9cefa365ddc74aeb" /><Relationship Type="http://schemas.openxmlformats.org/officeDocument/2006/relationships/slide" Target="/ppt/slides/slide10.xml" Id="Ra00e3c4268fd48ff" /><Relationship Type="http://schemas.openxmlformats.org/officeDocument/2006/relationships/slide" Target="/ppt/slides/slide11.xml" Id="R5d7489bd656d41f3" /><Relationship Type="http://schemas.openxmlformats.org/officeDocument/2006/relationships/slide" Target="/ppt/slides/slide12.xml" Id="R39fd5b381a314d30" /><Relationship Type="http://schemas.openxmlformats.org/officeDocument/2006/relationships/slide" Target="/ppt/slides/slide13.xml" Id="Rfd31ab0ccf354a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c8796e787346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942db0789c47f1" /><Relationship Type="http://schemas.openxmlformats.org/officeDocument/2006/relationships/notesMaster" Target="/ppt/notesMasters/notesMaster1.xml" Id="R1084c2bcca614f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2f5eba4be74bfc" /><Relationship Type="http://schemas.openxmlformats.org/officeDocument/2006/relationships/notesMaster" Target="/ppt/notesMasters/notesMaster1.xml" Id="R88db6b6d9a1a4d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aa93f5d34f4d8e" /><Relationship Type="http://schemas.openxmlformats.org/officeDocument/2006/relationships/notesMaster" Target="/ppt/notesMasters/notesMaster1.xml" Id="R9a9add61bdac4e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a11a3463884b88" /><Relationship Type="http://schemas.openxmlformats.org/officeDocument/2006/relationships/notesMaster" Target="/ppt/notesMasters/notesMaster1.xml" Id="R5ece94bc4fca4c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dd96094bb348e0" /><Relationship Type="http://schemas.openxmlformats.org/officeDocument/2006/relationships/notesMaster" Target="/ppt/notesMasters/notesMaster1.xml" Id="Rd56b1c44c3124f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40b6388e0b4ed7" /><Relationship Type="http://schemas.openxmlformats.org/officeDocument/2006/relationships/notesMaster" Target="/ppt/notesMasters/notesMaster1.xml" Id="Rf1bff9c65caa4c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6cf39cd7d14714" /><Relationship Type="http://schemas.openxmlformats.org/officeDocument/2006/relationships/notesMaster" Target="/ppt/notesMasters/notesMaster1.xml" Id="Rbe1bce0970c642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964eea381f44a3" /><Relationship Type="http://schemas.openxmlformats.org/officeDocument/2006/relationships/notesMaster" Target="/ppt/notesMasters/notesMaster1.xml" Id="Rc480a7a05a1b4f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b868fd04204df0" /><Relationship Type="http://schemas.openxmlformats.org/officeDocument/2006/relationships/notesMaster" Target="/ppt/notesMasters/notesMaster1.xml" Id="R9fe8ef5e388948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bf74df606b439b" /><Relationship Type="http://schemas.openxmlformats.org/officeDocument/2006/relationships/notesMaster" Target="/ppt/notesMasters/notesMaster1.xml" Id="Rea5c8c44bf9946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4be60a753e4392" /><Relationship Type="http://schemas.openxmlformats.org/officeDocument/2006/relationships/notesMaster" Target="/ppt/notesMasters/notesMaster1.xml" Id="Rb3947868240c43f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0114d3a862348e5" /><Relationship Type="http://schemas.openxmlformats.org/officeDocument/2006/relationships/notesMaster" Target="/ppt/notesMasters/notesMaster1.xml" Id="R0534abfb86604a8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9fa73bd0d4349c2" /><Relationship Type="http://schemas.openxmlformats.org/officeDocument/2006/relationships/notesMaster" Target="/ppt/notesMasters/notesMaster1.xml" Id="Ra5a0be599fd248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7fb05eb03d4f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a1b3eebb2349c3" /><Relationship Type="http://schemas.openxmlformats.org/officeDocument/2006/relationships/slideLayout" Target="/ppt/slideLayouts/slideLayout1.xml" Id="Rb9a10439481a40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a10439481a40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07b1fd91347e7" /><Relationship Type="http://schemas.openxmlformats.org/officeDocument/2006/relationships/image" Target="/ppt/media/image.png" Id="R303b0d6ac6e04c91" /><Relationship Type="http://schemas.openxmlformats.org/officeDocument/2006/relationships/notesSlide" Target="/ppt/notesSlides/notesSlide1.xml" Id="R99d6f7f4347d4b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2a2d662504873" /><Relationship Type="http://schemas.openxmlformats.org/officeDocument/2006/relationships/image" Target="/ppt/media/image2.png" Id="R3b2ceed234a94b8a" /><Relationship Type="http://schemas.openxmlformats.org/officeDocument/2006/relationships/notesSlide" Target="/ppt/notesSlides/notesSlide2.xml" Id="R5160b38fe42d49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5ede9ea234ccd" /><Relationship Type="http://schemas.openxmlformats.org/officeDocument/2006/relationships/image" Target="/ppt/media/image3.png" Id="Rb9598b4f5df7427e" /><Relationship Type="http://schemas.openxmlformats.org/officeDocument/2006/relationships/notesSlide" Target="/ppt/notesSlides/notesSlide3.xml" Id="Rfdb57cf9063645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c188a622c43f3" /><Relationship Type="http://schemas.openxmlformats.org/officeDocument/2006/relationships/image" Target="/ppt/media/image4.png" Id="R643390d1defb42a9" /><Relationship Type="http://schemas.openxmlformats.org/officeDocument/2006/relationships/notesSlide" Target="/ppt/notesSlides/notesSlide4.xml" Id="Rfc21b6bd7a7748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a43cc5c8641d8" /><Relationship Type="http://schemas.openxmlformats.org/officeDocument/2006/relationships/image" Target="/ppt/media/image5.png" Id="Rcb4d663b466047ff" /><Relationship Type="http://schemas.openxmlformats.org/officeDocument/2006/relationships/notesSlide" Target="/ppt/notesSlides/notesSlide5.xml" Id="R4670800894f64b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822f1055a4245" /><Relationship Type="http://schemas.openxmlformats.org/officeDocument/2006/relationships/image" Target="/ppt/media/image6.png" Id="Rca7a03e2dee14fea" /><Relationship Type="http://schemas.openxmlformats.org/officeDocument/2006/relationships/notesSlide" Target="/ppt/notesSlides/notesSlide6.xml" Id="Rea2afe8808a844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9780ce18f46f2" /><Relationship Type="http://schemas.openxmlformats.org/officeDocument/2006/relationships/image" Target="/ppt/media/image7.png" Id="R3eb511e6d89f4bb7" /><Relationship Type="http://schemas.openxmlformats.org/officeDocument/2006/relationships/notesSlide" Target="/ppt/notesSlides/notesSlide7.xml" Id="R64c60e3f642f4e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c1eb4e6054de4" /><Relationship Type="http://schemas.openxmlformats.org/officeDocument/2006/relationships/image" Target="/ppt/media/image8.png" Id="R6ced2207040b487a" /><Relationship Type="http://schemas.openxmlformats.org/officeDocument/2006/relationships/notesSlide" Target="/ppt/notesSlides/notesSlide8.xml" Id="Rb1c788cdfd0c4a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3caf142cc44d8" /><Relationship Type="http://schemas.openxmlformats.org/officeDocument/2006/relationships/image" Target="/ppt/media/image9.png" Id="R4fbfb1f6c4b44787" /><Relationship Type="http://schemas.openxmlformats.org/officeDocument/2006/relationships/notesSlide" Target="/ppt/notesSlides/notesSlide9.xml" Id="R111444cb182d47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8a2fdb79442ab" /><Relationship Type="http://schemas.openxmlformats.org/officeDocument/2006/relationships/image" Target="/ppt/media/image10.png" Id="Re1d6484d635a4442" /><Relationship Type="http://schemas.openxmlformats.org/officeDocument/2006/relationships/notesSlide" Target="/ppt/notesSlides/notesSlide10.xml" Id="R0f2bcc0e1da74b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af02aa7de4d66" /><Relationship Type="http://schemas.openxmlformats.org/officeDocument/2006/relationships/image" Target="/ppt/media/image11.png" Id="Rb0588a8defe547be" /><Relationship Type="http://schemas.openxmlformats.org/officeDocument/2006/relationships/notesSlide" Target="/ppt/notesSlides/notesSlide11.xml" Id="R3b0a279f4afe493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31e23d73f4ece" /><Relationship Type="http://schemas.openxmlformats.org/officeDocument/2006/relationships/image" Target="/ppt/media/image12.png" Id="R3158b1fe5a7b424b" /><Relationship Type="http://schemas.openxmlformats.org/officeDocument/2006/relationships/notesSlide" Target="/ppt/notesSlides/notesSlide12.xml" Id="Rd3664cc027c14d6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4b31497cd4e32" /><Relationship Type="http://schemas.openxmlformats.org/officeDocument/2006/relationships/image" Target="/ppt/media/image13.png" Id="R78cde53097b142d8" /><Relationship Type="http://schemas.openxmlformats.org/officeDocument/2006/relationships/notesSlide" Target="/ppt/notesSlides/notesSlide13.xml" Id="R38496b56b41d46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3b0d6ac6e04c91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5786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2ceed234a94b8a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1748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598b4f5df7427e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3400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3390d1defb42a9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1782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d663b466047ff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3378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a03e2dee14fea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429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b511e6d89f4bb7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276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d2207040b487a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4825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bfb1f6c4b44787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94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d6484d635a4442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632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588a8defe547be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5539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58b1fe5a7b424b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7671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cde53097b142d8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2254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2026-08-08T07:35:15.7780000Z</dcterms:created>
  <dcterms:modified xsi:type="dcterms:W3CDTF">2026-08-08T07:35:15.7780000Z</dcterms:modified>
</coreProperties>
</file>